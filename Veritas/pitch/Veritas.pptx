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Proficiency %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Source verification</c:v>
                </c:pt>
                <c:pt idx="1">
                  <c:v>Emotional manipulation</c:v>
                </c:pt>
                <c:pt idx="2">
                  <c:v>Clickbait detection</c:v>
                </c:pt>
                <c:pt idx="3">
                  <c:v>Privacy awareness</c:v>
                </c:pt>
                <c:pt idx="4">
                  <c:v>Image verification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52</c:v>
                </c:pt>
                <c:pt idx="2">
                  <c:v>61</c:v>
                </c:pt>
                <c:pt idx="3">
                  <c:v>44</c:v>
                </c:pt>
                <c:pt idx="4">
                  <c:v>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2D1B2E"/>
                </a:solidFill>
                <a:latin typeface="Calibri"/>
              </a:rPr>
              <a:t>Veritas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6B5A7A"/>
                </a:solidFill>
              </a:rPr>
              <a:t>Misinformation &amp; Digital Safety Platform — Truth, verified.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A317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Misinformation spreads 6x faster than truth on social media.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Teens are the most affected demographic.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No accessible tool helps ordinary users verify claims in seconds.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Digital safety education is fragmented and reactive.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A317"/>
                </a:solidFill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Veritas: paste any message, article, or post.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Get a credibility score (0–100) in 3 seconds.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Claim-by-claim verdicts, red flags, safe rewrite, privacy risk.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Challenge mode trains users to spot fakes; teacher dashboard tracks progress.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A317"/>
                </a:solidFill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Heuristic NLP: sensationalism, emotional charge, clickbait, caps, sources.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URL reputation check: HTTPS, domain, suspicious TLDs.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Privacy scan: phone, email, card, password, location.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Optional OCR backend (Tesseract) + Google Fact Check API.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Local-first: no data leaves the device unless you choose.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A317"/>
                </a:solidFill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D1B2E"/>
                </a:solidFill>
              </a:rPr>
              <a:t>Live demo: paste a viral WhatsApp forward → score 2/100 in 3 seconds. Red flags listed. Safe rewrite generated. Privacy risk assessed. Anchor created for sharing.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A317"/>
                </a:solidFill>
              </a:rPr>
              <a:t>Challenge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10-round 'Spot the Fake' game.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Real vs. fake headlines; instant feedback + streaks.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Leaderboard motivates repeated practice.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Turns verification into a habit, not a lecture.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A317"/>
                </a:solidFill>
              </a:rPr>
              <a:t>Teacher Dashboard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A317"/>
                </a:solidFill>
              </a:rPr>
              <a:t>Impact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Runs offline — works in low-connectivity schools.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No PII leaves the device; privacy by default.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Scalable to classrooms, parents, and community centers.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Open, extensible: add languages, sources, and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A317"/>
                </a:solidFill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Frontend: Vanilla HTML/CSS/JS (no build step).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Backend: Rust (std only) — OCR via Tesseract, fact-check via curl.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Storage: localStorage (no database).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Pitch deck: python-pptx.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Zero npm dependencies; ships as static 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A317"/>
                </a:solidFill>
              </a:rPr>
              <a:t>Team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3-person team: Data/NLP · Frontend · Content/Game/Demo.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Day 1: engine + UI shell. Day 2: features. Day 3: demo + video.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Roadmap: multilingual support, browser extension, school LMS integration.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2E"/>
                </a:solidFill>
              </a:rPr>
              <a:t>• Ask: feedback, pilot schools, and mentorship.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